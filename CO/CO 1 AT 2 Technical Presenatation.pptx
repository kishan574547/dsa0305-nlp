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3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3C9C-2E45-B774-109C-BB11B652C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6BF1B-D051-A032-D629-EEDABBDF1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1D5B-2B95-C9D2-9AE8-13BED99D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63157-8F6F-9FE3-D227-2AC9BBDE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45CF3-3C09-8C1D-7FC8-DEA11F71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7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5A4B-FDE7-6697-DA79-0A2A883F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68C8-D182-D415-7DA0-A7C6A731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3ED6A-8266-D773-D60D-EDBA4952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46448-C174-BCE3-8D0B-EA805AA2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133E4-CC71-6A6C-F2E3-84ADE3FA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43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1C95-88A2-323E-7860-A1014688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CCB5-EAAA-61AC-ABF5-C8E70C05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D408-206D-76D1-1235-9AE279B8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09CF-1FDB-2546-F6BC-C077A214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44B5-140B-E2C3-4151-2AC9D928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2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42D1-0904-0628-BF1D-8549D7C0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9D0C-68A2-3309-DA4C-44CD0D569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E6E5E-B332-44DC-11E4-7DBB998FB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BA918-854A-0438-6EED-2C1050A7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5CD7C-63FA-18B9-B5F1-144196DA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57686-0E56-5A8E-6A8C-2D6D0739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20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CA5F-1369-2C63-96E4-CB8BE24C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F9524-74A2-3AA2-0086-FF005FE88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11B95-3E12-AAB7-71CE-D79A5E8BE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CAFC0E-CA64-90B7-D411-09216269D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7BCDC-0317-541B-8E61-E4ED12ED0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96608-7532-DCB1-CFE6-45A941B0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934619-F696-842F-5790-33C46F93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DC081-3BB9-8A02-6A2E-6310F6EE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1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7090-42E5-A772-8C89-589B579F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EFD4C-1191-507E-8408-E58F34D6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55872-C8EF-D410-1572-280EB10F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5B6B1-FCC0-D5E3-AD88-3E7D2CFF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71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EB068-84E4-FE63-029F-30D823A4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FC568-7DC6-4D60-777B-A83F43A8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0616F-E0FA-D78E-E9ED-B0028AB3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50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267D-5732-EFA8-1A60-AFAE9E95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C554-1AFD-1D27-178E-022B6A7E4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568FA-84A1-26B5-E65C-D7FAFA3EB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6143C-14FE-2E3E-B06A-F69FCF81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100AC-B1DF-8AC2-564E-8E225B20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7092C-26D0-FFE0-3E5B-0248AFC1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5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E3AD-5A01-8EED-FD45-3360CA88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BA94B-06CB-BCDE-0644-30C43A125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97B30-874C-3D93-71F1-B30268110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AA42A-EFB3-96A1-ED7F-E6C9BDD2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806F1-6B4D-649D-6289-44BCDDC1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DA815-7AD1-22B0-8FF0-BC02BA7E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14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D7C7-297B-B5E5-4703-27BBBD9A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8C520-8F9A-B8D9-B1B4-49899A17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CD70E-464C-5358-E6CF-76B25AF5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DD99-FCA9-3594-3453-B8F79B64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5961C-14F2-DEC7-6C6B-6017B9BF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5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A2761-FD7E-896C-E0E9-FF6495F50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4FF66-9F99-84EE-F2AB-C48BC5AA6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45AEA-D34C-6254-484F-3892A4E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0854B-ED2B-81FD-20FF-B76A5752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253BD-2A96-EDFA-60F5-43895089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62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2C39B-F962-EB20-3FC7-C435C470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8E065-2D7F-2E28-763B-5723B50C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1410-D529-0FCE-F42F-CF4917F06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D127B-75A4-4278-8095-734607A2013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298C1-3130-57F0-638C-F8A970DA1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5F54-DF7C-4C4F-48AC-6B59278E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84F87-7261-4AD9-883A-3BA472FDAB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0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96353F1C-036A-6E0E-10E8-1ACE3743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41BC3-9426-0891-4221-4A4A3B99C844}"/>
              </a:ext>
            </a:extLst>
          </p:cNvPr>
          <p:cNvSpPr txBox="1"/>
          <p:nvPr/>
        </p:nvSpPr>
        <p:spPr>
          <a:xfrm>
            <a:off x="1419734" y="2102029"/>
            <a:ext cx="9114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Efficient Regular Expression Patterns for Information Extraction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DBB14-8ADF-BF6D-40E9-9EBA45648ABD}"/>
              </a:ext>
            </a:extLst>
          </p:cNvPr>
          <p:cNvSpPr txBox="1"/>
          <p:nvPr/>
        </p:nvSpPr>
        <p:spPr>
          <a:xfrm>
            <a:off x="2227004" y="3473873"/>
            <a:ext cx="7737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DSA0305-Natural Language Processing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80B9C-7047-AC5A-2E28-DB7D3401034E}"/>
              </a:ext>
            </a:extLst>
          </p:cNvPr>
          <p:cNvSpPr txBox="1"/>
          <p:nvPr/>
        </p:nvSpPr>
        <p:spPr>
          <a:xfrm>
            <a:off x="8485239" y="4750589"/>
            <a:ext cx="363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N.Kishan Kumar Reddy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192424404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6D7E74-327E-86BA-5815-99AD5CE84805}"/>
              </a:ext>
            </a:extLst>
          </p:cNvPr>
          <p:cNvSpPr txBox="1"/>
          <p:nvPr/>
        </p:nvSpPr>
        <p:spPr>
          <a:xfrm>
            <a:off x="934063" y="4750589"/>
            <a:ext cx="266454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b="1" dirty="0"/>
              <a:t>Anbazhagan 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88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8E7323C4-B7DC-FBDB-B067-C9A3B425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BB3938-99E0-2102-7164-0EDC4AA35A24}"/>
              </a:ext>
            </a:extLst>
          </p:cNvPr>
          <p:cNvSpPr txBox="1"/>
          <p:nvPr/>
        </p:nvSpPr>
        <p:spPr>
          <a:xfrm>
            <a:off x="3048000" y="16441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35AD5-8EC3-399A-FB8A-5A5594B5A49E}"/>
              </a:ext>
            </a:extLst>
          </p:cNvPr>
          <p:cNvSpPr txBox="1"/>
          <p:nvPr/>
        </p:nvSpPr>
        <p:spPr>
          <a:xfrm>
            <a:off x="1789471" y="2496527"/>
            <a:ext cx="8613057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is also called Regex.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find patterns in text data.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can search words, numbers, dates, and symbols.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extract useful information from large text.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NLP and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161628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1F3CE-DCD5-562E-6415-BCA4D55DBC01}"/>
              </a:ext>
            </a:extLst>
          </p:cNvPr>
          <p:cNvSpPr txBox="1"/>
          <p:nvPr/>
        </p:nvSpPr>
        <p:spPr>
          <a:xfrm>
            <a:off x="1858297" y="1673631"/>
            <a:ext cx="84754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Information Extraction</a:t>
            </a:r>
          </a:p>
        </p:txBody>
      </p:sp>
      <p:pic>
        <p:nvPicPr>
          <p:cNvPr id="5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18CB3544-7BB4-8DE7-6C45-AF3398BE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5EC4E-2BFF-6EA4-26B3-89A07ACFA1BB}"/>
              </a:ext>
            </a:extLst>
          </p:cNvPr>
          <p:cNvSpPr txBox="1"/>
          <p:nvPr/>
        </p:nvSpPr>
        <p:spPr>
          <a:xfrm>
            <a:off x="1858297" y="2416643"/>
            <a:ext cx="9733935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means getting useful data from text.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documents may contain unnecessary information.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helps identify only the required content.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searching and saves time.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Extracting emails and phone numbers from a document. </a:t>
            </a:r>
          </a:p>
        </p:txBody>
      </p:sp>
    </p:spTree>
    <p:extLst>
      <p:ext uri="{BB962C8B-B14F-4D97-AF65-F5344CB8AC3E}">
        <p14:creationId xmlns:p14="http://schemas.microsoft.com/office/powerpoint/2010/main" val="620914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E3F8-12BB-0E67-D0B8-4E2F18A5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9B63E850-5C76-966F-A126-2BBFF6E3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B7FA72-F61B-341B-8888-21D2A0687B2F}"/>
              </a:ext>
            </a:extLst>
          </p:cNvPr>
          <p:cNvSpPr txBox="1"/>
          <p:nvPr/>
        </p:nvSpPr>
        <p:spPr>
          <a:xfrm>
            <a:off x="3048000" y="15654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REGEX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B00B1-8A58-E560-6EBB-FB02D227958B}"/>
              </a:ext>
            </a:extLst>
          </p:cNvPr>
          <p:cNvSpPr txBox="1"/>
          <p:nvPr/>
        </p:nvSpPr>
        <p:spPr>
          <a:xfrm>
            <a:off x="471949" y="2277656"/>
            <a:ext cx="7561006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[0-9] is used to identify digits.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[A-Za-z] is used to identify letters.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\d+ matches one or more numbers.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\s is used to identify spaces.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^ and $ represent the start and end of text.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FF206A-BB74-D39C-7CB4-1C5955AA82E5}"/>
              </a:ext>
            </a:extLst>
          </p:cNvPr>
          <p:cNvSpPr/>
          <p:nvPr/>
        </p:nvSpPr>
        <p:spPr>
          <a:xfrm>
            <a:off x="6617109" y="2674488"/>
            <a:ext cx="5053781" cy="31393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receive this message: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“Your order ORD45821 has been shipped on 25/07/2026. The total amount is ₹1,499. Contact support at kishan@gmail.com.”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 automatically extract: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ORD45821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25/07/2026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₹1,499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kishan@gmail.com </a:t>
            </a:r>
          </a:p>
        </p:txBody>
      </p:sp>
    </p:spTree>
    <p:extLst>
      <p:ext uri="{BB962C8B-B14F-4D97-AF65-F5344CB8AC3E}">
        <p14:creationId xmlns:p14="http://schemas.microsoft.com/office/powerpoint/2010/main" val="340024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1453-5E86-5604-6274-29076CE9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F5AA48F5-1A62-5837-66B5-487C20F1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7880F5-CDEF-052D-DB4D-7FA772E8108B}"/>
              </a:ext>
            </a:extLst>
          </p:cNvPr>
          <p:cNvSpPr txBox="1"/>
          <p:nvPr/>
        </p:nvSpPr>
        <p:spPr>
          <a:xfrm>
            <a:off x="3048000" y="166379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DAC04-583C-180F-7890-D2ACE184FAF7}"/>
              </a:ext>
            </a:extLst>
          </p:cNvPr>
          <p:cNvSpPr txBox="1"/>
          <p:nvPr/>
        </p:nvSpPr>
        <p:spPr>
          <a:xfrm>
            <a:off x="1071714" y="2474300"/>
            <a:ext cx="10746660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used in Natural Language Processing.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data cleaning and preprocessing.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form and input validation.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Regex improves processing speed and accuracy.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Regex provides a simple way to extract structured information from text. </a:t>
            </a:r>
          </a:p>
        </p:txBody>
      </p:sp>
    </p:spTree>
    <p:extLst>
      <p:ext uri="{BB962C8B-B14F-4D97-AF65-F5344CB8AC3E}">
        <p14:creationId xmlns:p14="http://schemas.microsoft.com/office/powerpoint/2010/main" val="159928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66CB2-77C9-87F7-777D-9468D95C7695}"/>
              </a:ext>
            </a:extLst>
          </p:cNvPr>
          <p:cNvSpPr txBox="1"/>
          <p:nvPr/>
        </p:nvSpPr>
        <p:spPr>
          <a:xfrm>
            <a:off x="3038167" y="2967335"/>
            <a:ext cx="6115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7" descr="A blue and white logo  AI-generated content may be incorrect.">
            <a:extLst>
              <a:ext uri="{FF2B5EF4-FFF2-40B4-BE49-F238E27FC236}">
                <a16:creationId xmlns:a16="http://schemas.microsoft.com/office/drawing/2014/main" id="{63D52C6B-EB98-FF86-E235-680A79E9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34" y="240266"/>
            <a:ext cx="9352532" cy="113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4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N.kishan Kumar</dc:creator>
  <cp:lastModifiedBy>N.kishan Kumar</cp:lastModifiedBy>
  <cp:revision>6</cp:revision>
  <dcterms:created xsi:type="dcterms:W3CDTF">2026-07-24T15:31:47Z</dcterms:created>
  <dcterms:modified xsi:type="dcterms:W3CDTF">2026-07-25T05:22:19Z</dcterms:modified>
</cp:coreProperties>
</file>